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Inter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2aca966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2aca966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62aca966d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62aca966d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62aca966d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62aca966d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62aca966d_3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62aca966d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1F1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87850" y="1094550"/>
            <a:ext cx="6768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2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Chain Reaction</a:t>
            </a:r>
            <a:r>
              <a:rPr lang="en-CA" sz="2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: LLM-Guided Validation of Kubernetes Attack Chains</a:t>
            </a:r>
            <a:endParaRPr sz="2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468475" y="4404600"/>
            <a:ext cx="267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800">
                <a:solidFill>
                  <a:srgbClr val="CCCCCC"/>
                </a:solidFill>
              </a:rPr>
              <a:t>Team Helmsman</a:t>
            </a:r>
            <a:endParaRPr b="1" sz="1800">
              <a:solidFill>
                <a:srgbClr val="CCCCCC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CCCCCC"/>
                </a:solidFill>
              </a:rPr>
              <a:t>Ashwin Charathsandran</a:t>
            </a:r>
            <a:endParaRPr sz="1800">
              <a:solidFill>
                <a:srgbClr val="CCCCCC"/>
              </a:solidFill>
            </a:endParaRPr>
          </a:p>
        </p:txBody>
      </p:sp>
      <p:pic>
        <p:nvPicPr>
          <p:cNvPr id="56" name="Google Shape;56;p13" title="svgviewer-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775" y="60925"/>
            <a:ext cx="695250" cy="67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Untitled design.png"/>
          <p:cNvPicPr preferRelativeResize="0"/>
          <p:nvPr/>
        </p:nvPicPr>
        <p:blipFill rotWithShape="1">
          <a:blip r:embed="rId4">
            <a:alphaModFix/>
          </a:blip>
          <a:srcRect b="40095" l="0" r="0" t="33442"/>
          <a:stretch/>
        </p:blipFill>
        <p:spPr>
          <a:xfrm>
            <a:off x="1306475" y="2263150"/>
            <a:ext cx="6531049" cy="115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svgviewer-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775" y="60925"/>
            <a:ext cx="695250" cy="67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50925" y="131700"/>
            <a:ext cx="7848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What is Kubernetes?</a:t>
            </a:r>
            <a:endParaRPr sz="2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Diagram of what Kubernetes is, On-slide content&#10;&#10;What it is: runs and manages containerized apps across multiple machines&#10;&#10;Desired state: you declare what should run, Kubernetes keeps it running&#10;&#10;Building blocks: Cluster, Node, Pod, Namespace&#10;&#10;Control plane: a central API manages resources and config"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15059"/>
          <a:stretch/>
        </p:blipFill>
        <p:spPr>
          <a:xfrm>
            <a:off x="150925" y="804050"/>
            <a:ext cx="8389251" cy="39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svgviewer-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775" y="60925"/>
            <a:ext cx="695250" cy="6754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150925" y="131700"/>
            <a:ext cx="7848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The Gap</a:t>
            </a:r>
            <a:endParaRPr sz="2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150925" y="736400"/>
            <a:ext cx="72063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Static scanners (config and compliance)</a:t>
            </a:r>
            <a:endParaRPr b="1"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Analyze YAML and cluster settings against checklists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- Often high noise because they lack runtime context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- Cannot prove if a finding is reachable or exploitable from a real workload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Dynamic scanners (scripted probing &amp; frameworks)</a:t>
            </a:r>
            <a:endParaRPr b="1"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Run a fixed set of checks or known tests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- Limited adaptability: cannot reason about environment-specific constraints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- Miss novel combinations and still struggle to produce defender-grade proof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What is missing</a:t>
            </a:r>
            <a:endParaRPr b="1"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FFFFFF"/>
                </a:solidFill>
                <a:highlight>
                  <a:schemeClr val="dk2"/>
                </a:highlight>
                <a:latin typeface="Inter"/>
                <a:ea typeface="Inter"/>
                <a:cs typeface="Inter"/>
                <a:sym typeface="Inter"/>
              </a:rPr>
              <a:t>A way to validate what is actually possible from a constrained, in-cluster foothold, with evidence</a:t>
            </a:r>
            <a:endParaRPr sz="1600">
              <a:solidFill>
                <a:srgbClr val="FFFFFF"/>
              </a:solidFill>
              <a:highlight>
                <a:schemeClr val="dk2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svgviewer-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775" y="60925"/>
            <a:ext cx="695250" cy="6754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150925" y="131700"/>
            <a:ext cx="7848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My Idea: Chain-Reaction</a:t>
            </a:r>
            <a:endParaRPr sz="2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50925" y="736400"/>
            <a:ext cx="53547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An agent that is in the cluster and runs as a normal Kubernetes Pod (most </a:t>
            </a: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realistic threat model</a:t>
            </a: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Constrained to only having ServiceAccount + standard Cluster Networking access.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Iterates and attempts multiple ways to break in (like an attacker), multi-step paths + record.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result is: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- </a:t>
            </a: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Validated steps with evidence (logs etc.)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- Failed steps with the reason (RBAC denied, unreachable, missing prerequisite, guardrail)</a:t>
            </a:r>
            <a:b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Helps a defender better understand and fix </a:t>
            </a: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seemingly benign</a:t>
            </a:r>
            <a:r>
              <a:rPr lang="en-CA" sz="16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 issues that may lead to a compromise.</a:t>
            </a:r>
            <a:endParaRPr sz="160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Understand: In-cluster agent: runs as a normal Kubernetes Pod (realistic foothold model)&#10;&#10;Constrained on purpose: uses only its ServiceAccount + standard cluster networking&#10;&#10;Validates chains at runtime: tries multi-step paths and records:&#10;- Validated steps with evidence&#10;- Failed steps with the reason (RBAC denied, unreachable, missing prerequisite, guardrail)&#10;" id="79" name="Google Shape;79;p16"/>
          <p:cNvPicPr preferRelativeResize="0"/>
          <p:nvPr/>
        </p:nvPicPr>
        <p:blipFill rotWithShape="1">
          <a:blip r:embed="rId4">
            <a:alphaModFix/>
          </a:blip>
          <a:srcRect b="0" l="43566" r="0" t="14529"/>
          <a:stretch/>
        </p:blipFill>
        <p:spPr>
          <a:xfrm>
            <a:off x="5300325" y="1248437"/>
            <a:ext cx="3678175" cy="31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